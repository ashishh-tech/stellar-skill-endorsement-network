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🌟 Skill Endorsement Network</a:t>
            </a:r>
          </a:p>
          <a:p>
            <a:pPr>
              <a:defRPr sz="2200">
                <a:solidFill>
                  <a:srgbClr val="BC8CFF"/>
                </a:solidFill>
              </a:defRPr>
            </a:pPr>
            <a:r>
              <a:t>A Sybil-Resistant, On-Chain Reputation Graph on Stellar Soroban</a:t>
            </a:r>
          </a:p>
          <a:p>
            <a:br/>
            <a:pPr>
              <a:defRPr sz="1400">
                <a:solidFill>
                  <a:srgbClr val="8B949E"/>
                </a:solidFill>
              </a:defRPr>
            </a:pPr>
            <a:r>
              <a:t>Level 7 — The Founder Belt Startup Pitch Deck</a:t>
            </a:r>
            <a:br/>
            <a:r>
              <a:t>Live Mainnet: https://skill-endorsement-network.netlify.app/</a:t>
            </a:r>
            <a:br/>
            <a:r>
              <a:t>Founder: Ashish (@ashishh-tech)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📌 The Problem: Broken Web2 &amp; Web3 Reputation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Traditional endorsement systems lack Sybil resistance and mathematical weight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8A6FF"/>
                </a:solidFill>
              </a:defRPr>
            </a:pPr>
            <a:r>
              <a:t>Zero Sybil Resistance</a:t>
            </a:r>
            <a:br/>
          </a:p>
          <a:p>
            <a:pPr>
              <a:defRPr sz="1300">
                <a:solidFill>
                  <a:srgbClr val="F0F6FC"/>
                </a:solidFill>
              </a:defRPr>
            </a:pPr>
            <a:r>
              <a:t>• Anyone can create unlimited bot accounts.</a:t>
            </a:r>
            <a:br/>
            <a:r>
              <a:t>• Self-endorsements go unchecked on Web2 platforms like LinkedIn.</a:t>
            </a:r>
            <a:br/>
            <a:r>
              <a:t>• Zero cryptographic proof of actual peer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8A6FF"/>
                </a:solidFill>
              </a:defRPr>
            </a:pPr>
            <a:r>
              <a:t>Unweighted Flat Scores</a:t>
            </a:r>
            <a:br/>
          </a:p>
          <a:p>
            <a:pPr>
              <a:defRPr sz="1300">
                <a:solidFill>
                  <a:srgbClr val="F0F6FC"/>
                </a:solidFill>
              </a:defRPr>
            </a:pPr>
            <a:r>
              <a:t>• Senior architect endorsement carries the same weight as a brand-new account.</a:t>
            </a:r>
            <a:br/>
            <a:r>
              <a:t>• No dynamic reputation scoring or trust propagation.</a:t>
            </a:r>
            <a:br/>
            <a:r>
              <a:t>• Subject to reciprocal vote trading.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8A6FF"/>
                </a:solidFill>
              </a:defRPr>
            </a:pPr>
            <a:r>
              <a:t>Centralized Data Silos</a:t>
            </a:r>
            <a:br/>
          </a:p>
          <a:p>
            <a:pPr>
              <a:defRPr sz="1300">
                <a:solidFill>
                  <a:srgbClr val="F0F6FC"/>
                </a:solidFill>
              </a:defRPr>
            </a:pPr>
            <a:r>
              <a:t>• User reputation is trapped inside proprietary platforms.</a:t>
            </a:r>
            <a:br/>
            <a:r>
              <a:t>• Cannot be verified by external smart contracts, DAOs, or recruiters.</a:t>
            </a:r>
            <a:br/>
            <a:r>
              <a:t>• No immutable audit trail on-chain.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💡 The Solution: Soroban Reputation Graph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Trust-weighted skill endorsements executed via atomic inter-contract calls on Stellar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0F6FC"/>
                </a:solidFill>
              </a:defRPr>
            </a:pPr>
            <a:r>
              <a:t>⚡ Inter-Contract Reputation Weighting: Endorsements dynamically query the endorser's real-time score: Weight = max(Reputation / 10, 1).</a:t>
            </a:r>
          </a:p>
          <a:p>
            <a:pPr>
              <a:spcAft>
                <a:spcPts val="1400"/>
              </a:spcAft>
              <a:defRPr sz="1600">
                <a:solidFill>
                  <a:srgbClr val="F0F6FC"/>
                </a:solidFill>
              </a:defRPr>
            </a:pPr>
            <a:r>
              <a:t>🛡️ Protocol-Enforced Anti-Sybil Guards: Smart contract blocks self-endorsements and duplicate endorsements at the execution layer.</a:t>
            </a:r>
          </a:p>
          <a:p>
            <a:pPr>
              <a:spcAft>
                <a:spcPts val="1400"/>
              </a:spcAft>
              <a:defRPr sz="1600">
                <a:solidFill>
                  <a:srgbClr val="F0F6FC"/>
                </a:solidFill>
              </a:defRPr>
            </a:pPr>
            <a:r>
              <a:t>🌐 Multi-Wallet Accessibility: Seamless support for Freighter, Albedo, Hana, and xBull via StellarWalletsKit.</a:t>
            </a:r>
          </a:p>
          <a:p>
            <a:pPr>
              <a:spcAft>
                <a:spcPts val="1400"/>
              </a:spcAft>
              <a:defRPr sz="1600">
                <a:solidFill>
                  <a:srgbClr val="F0F6FC"/>
                </a:solidFill>
              </a:defRPr>
            </a:pPr>
            <a:r>
              <a:t>📊 Transparent Telemetry &amp; Event Streaming: Real-time RPC latency monitoring and immutable ledger event feeds.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📈 Traction &amp; Market Opportunity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Proven demand across 55+ verified mainnet users and 140+ on-chain transactions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55+ Users</a:t>
            </a:r>
            <a:br/>
            <a:br/>
          </a:p>
          <a:p>
            <a:pPr>
              <a:defRPr sz="1300">
                <a:solidFill>
                  <a:srgbClr val="F0F6FC"/>
                </a:solidFill>
              </a:defRPr>
            </a:pPr>
            <a:r>
              <a:t>Verified mainnet users across 24 countries with distinct on-chain profiles.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46888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BC8CFF"/>
                </a:solidFill>
              </a:defRPr>
            </a:pPr>
            <a:r>
              <a:t>140+ Tx</a:t>
            </a:r>
            <a:br/>
            <a:br/>
          </a:p>
          <a:p>
            <a:pPr>
              <a:defRPr sz="1300">
                <a:solidFill>
                  <a:srgbClr val="F0F6FC"/>
                </a:solidFill>
              </a:defRPr>
            </a:pPr>
            <a:r>
              <a:t>On-chain Soroban transactions with 3.2s confirmation and &lt;0.00004 XLM fees.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46888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FB950"/>
                </a:solidFill>
              </a:defRPr>
            </a:pPr>
            <a:r>
              <a:t>4.94 / 5.0</a:t>
            </a:r>
            <a:br/>
            <a:br/>
          </a:p>
          <a:p>
            <a:pPr>
              <a:defRPr sz="1300">
                <a:solidFill>
                  <a:srgbClr val="F0F6FC"/>
                </a:solidFill>
              </a:defRPr>
            </a:pPr>
            <a:r>
              <a:t>Customer satisfaction score across 55 detailed user feedback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46888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D29922"/>
                </a:solidFill>
              </a:defRPr>
            </a:pPr>
            <a:r>
              <a:t>68+ Social</a:t>
            </a:r>
            <a:br/>
            <a:br/>
          </a:p>
          <a:p>
            <a:pPr>
              <a:defRPr sz="1300">
                <a:solidFill>
                  <a:srgbClr val="F0F6FC"/>
                </a:solidFill>
              </a:defRPr>
            </a:pPr>
            <a:r>
              <a:t>Organic X/Twitter audience with 14.2K post impressions and high viral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💼 Startup Business Model &amp; Monetization on Stellar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Three revenue streams driving sustainable long-term venture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F0F6FC"/>
                </a:solidFill>
              </a:defRPr>
            </a:pPr>
            <a:r>
              <a:t>1. B2B Enterprise Talent Verification API: Monthly subscription for Web3 talent recruiters and venture funds to query verified developer competence ($99 - $499/mo).</a:t>
            </a:r>
          </a:p>
          <a:p>
            <a:pPr>
              <a:spcAft>
                <a:spcPts val="1600"/>
              </a:spcAft>
              <a:defRPr sz="1600">
                <a:solidFill>
                  <a:srgbClr val="F0F6FC"/>
                </a:solidFill>
              </a:defRPr>
            </a:pPr>
            <a:r>
              <a:t>2. Organization Attestation Fees: Developer bootcamps and Stellar projects pay micro-fees in XLM to issue verified alumni credential badges.</a:t>
            </a:r>
          </a:p>
          <a:p>
            <a:pPr>
              <a:spcAft>
                <a:spcPts val="1600"/>
              </a:spcAft>
              <a:defRPr sz="1600">
                <a:solidFill>
                  <a:srgbClr val="F0F6FC"/>
                </a:solidFill>
              </a:defRPr>
            </a:pPr>
            <a:r>
              <a:t>3. Soroban Micro-Bounties &amp; Escrows: Peer code reviewers receive reputation stakes and XLM micro-payouts upon successful task completion.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🚀 30 / 60 / 90-Day Product Roadmap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Scaling from hackathon project to enterprise-grade Stellar startup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F0F6FC"/>
                </a:solidFill>
              </a:defRPr>
            </a:pPr>
            <a:r>
              <a:t>📍 Phase 1 (Completed): Stellar Soroban Mainnet Launch • 55+ Verified Users • Multi-Wallet • Sybil Simulator • 20/20 Test Suite</a:t>
            </a:r>
          </a:p>
          <a:p>
            <a:pPr>
              <a:spcAft>
                <a:spcPts val="1600"/>
              </a:spcAft>
              <a:defRPr sz="1600">
                <a:solidFill>
                  <a:srgbClr val="F0F6FC"/>
                </a:solidFill>
              </a:defRPr>
            </a:pPr>
            <a:r>
              <a:t>📍 Phase 2 (Month 2 - In Progress): Mobile PWA with Biometric Passkeys • Batch Endorsement Smart Contract (`endorse_batch`) • Organization Portal</a:t>
            </a:r>
          </a:p>
          <a:p>
            <a:pPr>
              <a:spcAft>
                <a:spcPts val="1600"/>
              </a:spcAft>
              <a:defRPr sz="1600">
                <a:solidFill>
                  <a:srgbClr val="F0F6FC"/>
                </a:solidFill>
              </a:defRPr>
            </a:pPr>
            <a:r>
              <a:t>📍 Phase 3 (Month 3 - Upcoming): W3C Verifiable Credentials / DID Resolver • Cross-Chain Reputation Bridges • Enterprise Recruiter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